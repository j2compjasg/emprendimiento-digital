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F2AB8-7209-4DD7-9AAD-26F0670E20C4}" v="10" dt="2021-06-25T02:50:52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Andrés Salgado" userId="8873e5dfa567fde1" providerId="LiveId" clId="{C4CF2AB8-7209-4DD7-9AAD-26F0670E20C4}"/>
    <pc:docChg chg="undo custSel modSld">
      <pc:chgData name="Javier Andrés Salgado" userId="8873e5dfa567fde1" providerId="LiveId" clId="{C4CF2AB8-7209-4DD7-9AAD-26F0670E20C4}" dt="2021-06-25T16:11:51.424" v="838" actId="20577"/>
      <pc:docMkLst>
        <pc:docMk/>
      </pc:docMkLst>
      <pc:sldChg chg="addSp delSp modSp mod">
        <pc:chgData name="Javier Andrés Salgado" userId="8873e5dfa567fde1" providerId="LiveId" clId="{C4CF2AB8-7209-4DD7-9AAD-26F0670E20C4}" dt="2021-06-25T16:11:51.424" v="838" actId="20577"/>
        <pc:sldMkLst>
          <pc:docMk/>
          <pc:sldMk cId="3003417383" sldId="256"/>
        </pc:sldMkLst>
        <pc:spChg chg="mod">
          <ac:chgData name="Javier Andrés Salgado" userId="8873e5dfa567fde1" providerId="LiveId" clId="{C4CF2AB8-7209-4DD7-9AAD-26F0670E20C4}" dt="2021-06-25T02:46:48.245" v="54" actId="164"/>
          <ac:spMkLst>
            <pc:docMk/>
            <pc:sldMk cId="3003417383" sldId="256"/>
            <ac:spMk id="4" creationId="{C97E8B75-C9E4-4C24-AC83-BF1F0AE3C052}"/>
          </ac:spMkLst>
        </pc:spChg>
        <pc:spChg chg="mod">
          <ac:chgData name="Javier Andrés Salgado" userId="8873e5dfa567fde1" providerId="LiveId" clId="{C4CF2AB8-7209-4DD7-9AAD-26F0670E20C4}" dt="2021-06-25T02:45:15.566" v="0" actId="1076"/>
          <ac:spMkLst>
            <pc:docMk/>
            <pc:sldMk cId="3003417383" sldId="256"/>
            <ac:spMk id="5" creationId="{E0D02AC4-7B07-4CE2-BC0E-90FCE372FF87}"/>
          </ac:spMkLst>
        </pc:spChg>
        <pc:spChg chg="add mod">
          <ac:chgData name="Javier Andrés Salgado" userId="8873e5dfa567fde1" providerId="LiveId" clId="{C4CF2AB8-7209-4DD7-9AAD-26F0670E20C4}" dt="2021-06-25T02:51:22.550" v="191" actId="2711"/>
          <ac:spMkLst>
            <pc:docMk/>
            <pc:sldMk cId="3003417383" sldId="256"/>
            <ac:spMk id="65" creationId="{B2BB818B-31DC-4678-81C5-7365DB253218}"/>
          </ac:spMkLst>
        </pc:spChg>
        <pc:spChg chg="add mod">
          <ac:chgData name="Javier Andrés Salgado" userId="8873e5dfa567fde1" providerId="LiveId" clId="{C4CF2AB8-7209-4DD7-9AAD-26F0670E20C4}" dt="2021-06-25T02:51:27.778" v="192" actId="2711"/>
          <ac:spMkLst>
            <pc:docMk/>
            <pc:sldMk cId="3003417383" sldId="256"/>
            <ac:spMk id="66" creationId="{6B21E249-F16E-4B5A-ADE0-00E9AA1B0C38}"/>
          </ac:spMkLst>
        </pc:spChg>
        <pc:spChg chg="add del mod">
          <ac:chgData name="Javier Andrés Salgado" userId="8873e5dfa567fde1" providerId="LiveId" clId="{C4CF2AB8-7209-4DD7-9AAD-26F0670E20C4}" dt="2021-06-25T02:46:30.993" v="49"/>
          <ac:spMkLst>
            <pc:docMk/>
            <pc:sldMk cId="3003417383" sldId="256"/>
            <ac:spMk id="67" creationId="{C8E93A78-1A61-40D7-A618-28BDE66872BA}"/>
          </ac:spMkLst>
        </pc:spChg>
        <pc:spChg chg="add mod">
          <ac:chgData name="Javier Andrés Salgado" userId="8873e5dfa567fde1" providerId="LiveId" clId="{C4CF2AB8-7209-4DD7-9AAD-26F0670E20C4}" dt="2021-06-25T16:10:40.358" v="702" actId="12"/>
          <ac:spMkLst>
            <pc:docMk/>
            <pc:sldMk cId="3003417383" sldId="256"/>
            <ac:spMk id="68" creationId="{30461DDD-6392-4E44-B431-8332505AE7F0}"/>
          </ac:spMkLst>
        </pc:spChg>
        <pc:spChg chg="add mod">
          <ac:chgData name="Javier Andrés Salgado" userId="8873e5dfa567fde1" providerId="LiveId" clId="{C4CF2AB8-7209-4DD7-9AAD-26F0670E20C4}" dt="2021-06-25T16:10:43.565" v="703" actId="12"/>
          <ac:spMkLst>
            <pc:docMk/>
            <pc:sldMk cId="3003417383" sldId="256"/>
            <ac:spMk id="70" creationId="{9B65BCF0-B2B9-45FD-A903-414D7FFB8B8F}"/>
          </ac:spMkLst>
        </pc:spChg>
        <pc:spChg chg="add mod">
          <ac:chgData name="Javier Andrés Salgado" userId="8873e5dfa567fde1" providerId="LiveId" clId="{C4CF2AB8-7209-4DD7-9AAD-26F0670E20C4}" dt="2021-06-25T16:11:09.378" v="777" actId="12"/>
          <ac:spMkLst>
            <pc:docMk/>
            <pc:sldMk cId="3003417383" sldId="256"/>
            <ac:spMk id="71" creationId="{C91C39A8-7898-45F6-970B-6B580FFEE453}"/>
          </ac:spMkLst>
        </pc:spChg>
        <pc:spChg chg="add mod">
          <ac:chgData name="Javier Andrés Salgado" userId="8873e5dfa567fde1" providerId="LiveId" clId="{C4CF2AB8-7209-4DD7-9AAD-26F0670E20C4}" dt="2021-06-25T16:11:51.424" v="838" actId="20577"/>
          <ac:spMkLst>
            <pc:docMk/>
            <pc:sldMk cId="3003417383" sldId="256"/>
            <ac:spMk id="72" creationId="{64BD1BE1-21B4-4FC3-8549-01BD84E3A5F8}"/>
          </ac:spMkLst>
        </pc:spChg>
        <pc:spChg chg="add mod">
          <ac:chgData name="Javier Andrés Salgado" userId="8873e5dfa567fde1" providerId="LiveId" clId="{C4CF2AB8-7209-4DD7-9AAD-26F0670E20C4}" dt="2021-06-25T16:10:33.497" v="701" actId="12"/>
          <ac:spMkLst>
            <pc:docMk/>
            <pc:sldMk cId="3003417383" sldId="256"/>
            <ac:spMk id="73" creationId="{917CDCB0-0CCD-458D-A6E9-C98128B2AC37}"/>
          </ac:spMkLst>
        </pc:spChg>
        <pc:spChg chg="add mod">
          <ac:chgData name="Javier Andrés Salgado" userId="8873e5dfa567fde1" providerId="LiveId" clId="{C4CF2AB8-7209-4DD7-9AAD-26F0670E20C4}" dt="2021-06-25T16:10:25.696" v="699" actId="12"/>
          <ac:spMkLst>
            <pc:docMk/>
            <pc:sldMk cId="3003417383" sldId="256"/>
            <ac:spMk id="74" creationId="{61433D19-7A6E-4174-8B6D-26C3B491D402}"/>
          </ac:spMkLst>
        </pc:spChg>
        <pc:spChg chg="add mod">
          <ac:chgData name="Javier Andrés Salgado" userId="8873e5dfa567fde1" providerId="LiveId" clId="{C4CF2AB8-7209-4DD7-9AAD-26F0670E20C4}" dt="2021-06-25T02:51:14.763" v="190" actId="2711"/>
          <ac:spMkLst>
            <pc:docMk/>
            <pc:sldMk cId="3003417383" sldId="256"/>
            <ac:spMk id="75" creationId="{8F21551A-15BD-4917-940A-8CE7EB6772BA}"/>
          </ac:spMkLst>
        </pc:spChg>
        <pc:spChg chg="add mod">
          <ac:chgData name="Javier Andrés Salgado" userId="8873e5dfa567fde1" providerId="LiveId" clId="{C4CF2AB8-7209-4DD7-9AAD-26F0670E20C4}" dt="2021-06-25T02:51:49.586" v="193" actId="2711"/>
          <ac:spMkLst>
            <pc:docMk/>
            <pc:sldMk cId="3003417383" sldId="256"/>
            <ac:spMk id="76" creationId="{7DC169C2-FFAF-49FE-BEDD-2434FABE06C1}"/>
          </ac:spMkLst>
        </pc:spChg>
        <pc:grpChg chg="add mod">
          <ac:chgData name="Javier Andrés Salgado" userId="8873e5dfa567fde1" providerId="LiveId" clId="{C4CF2AB8-7209-4DD7-9AAD-26F0670E20C4}" dt="2021-06-25T02:46:48.245" v="54" actId="164"/>
          <ac:grpSpMkLst>
            <pc:docMk/>
            <pc:sldMk cId="3003417383" sldId="256"/>
            <ac:grpSpMk id="69" creationId="{A4016A6C-D419-4455-B5C8-229C9E182862}"/>
          </ac:grpSpMkLst>
        </pc:grpChg>
        <pc:picChg chg="mod">
          <ac:chgData name="Javier Andrés Salgado" userId="8873e5dfa567fde1" providerId="LiveId" clId="{C4CF2AB8-7209-4DD7-9AAD-26F0670E20C4}" dt="2021-06-25T02:45:15.566" v="0" actId="1076"/>
          <ac:picMkLst>
            <pc:docMk/>
            <pc:sldMk cId="3003417383" sldId="256"/>
            <ac:picMk id="7" creationId="{56CF3401-6218-483D-A707-B1DD70D35BEB}"/>
          </ac:picMkLst>
        </pc:picChg>
        <pc:picChg chg="mod">
          <ac:chgData name="Javier Andrés Salgado" userId="8873e5dfa567fde1" providerId="LiveId" clId="{C4CF2AB8-7209-4DD7-9AAD-26F0670E20C4}" dt="2021-06-25T02:46:48.245" v="54" actId="164"/>
          <ac:picMkLst>
            <pc:docMk/>
            <pc:sldMk cId="3003417383" sldId="256"/>
            <ac:picMk id="9" creationId="{6B64EB93-8333-4BF2-A0A1-3AC46741EADD}"/>
          </ac:picMkLst>
        </pc:picChg>
        <pc:picChg chg="mod">
          <ac:chgData name="Javier Andrés Salgado" userId="8873e5dfa567fde1" providerId="LiveId" clId="{C4CF2AB8-7209-4DD7-9AAD-26F0670E20C4}" dt="2021-06-25T02:45:15.566" v="0" actId="1076"/>
          <ac:picMkLst>
            <pc:docMk/>
            <pc:sldMk cId="3003417383" sldId="256"/>
            <ac:picMk id="50" creationId="{2F3630C9-5CF2-488B-A171-1BE80156A0E4}"/>
          </ac:picMkLst>
        </pc:picChg>
        <pc:picChg chg="mod">
          <ac:chgData name="Javier Andrés Salgado" userId="8873e5dfa567fde1" providerId="LiveId" clId="{C4CF2AB8-7209-4DD7-9AAD-26F0670E20C4}" dt="2021-06-25T02:46:14.125" v="44" actId="1076"/>
          <ac:picMkLst>
            <pc:docMk/>
            <pc:sldMk cId="3003417383" sldId="256"/>
            <ac:picMk id="52" creationId="{89030D63-CCF3-4E02-8F4D-745D62CB203D}"/>
          </ac:picMkLst>
        </pc:picChg>
        <pc:picChg chg="mod">
          <ac:chgData name="Javier Andrés Salgado" userId="8873e5dfa567fde1" providerId="LiveId" clId="{C4CF2AB8-7209-4DD7-9AAD-26F0670E20C4}" dt="2021-06-25T02:45:15.566" v="0" actId="1076"/>
          <ac:picMkLst>
            <pc:docMk/>
            <pc:sldMk cId="3003417383" sldId="256"/>
            <ac:picMk id="54" creationId="{E6169037-2526-4FD8-BDE7-2A6617088EA0}"/>
          </ac:picMkLst>
        </pc:picChg>
        <pc:picChg chg="mod">
          <ac:chgData name="Javier Andrés Salgado" userId="8873e5dfa567fde1" providerId="LiveId" clId="{C4CF2AB8-7209-4DD7-9AAD-26F0670E20C4}" dt="2021-06-25T02:46:48.245" v="54" actId="164"/>
          <ac:picMkLst>
            <pc:docMk/>
            <pc:sldMk cId="3003417383" sldId="256"/>
            <ac:picMk id="58" creationId="{4C9D2EB9-FE2F-423F-8A1C-653AA90EFC27}"/>
          </ac:picMkLst>
        </pc:picChg>
        <pc:picChg chg="mod">
          <ac:chgData name="Javier Andrés Salgado" userId="8873e5dfa567fde1" providerId="LiveId" clId="{C4CF2AB8-7209-4DD7-9AAD-26F0670E20C4}" dt="2021-06-25T02:46:48.245" v="54" actId="164"/>
          <ac:picMkLst>
            <pc:docMk/>
            <pc:sldMk cId="3003417383" sldId="256"/>
            <ac:picMk id="62" creationId="{686CCD45-0387-4947-A382-5575EABE382B}"/>
          </ac:picMkLst>
        </pc:picChg>
        <pc:picChg chg="mod">
          <ac:chgData name="Javier Andrés Salgado" userId="8873e5dfa567fde1" providerId="LiveId" clId="{C4CF2AB8-7209-4DD7-9AAD-26F0670E20C4}" dt="2021-06-25T02:46:48.245" v="54" actId="164"/>
          <ac:picMkLst>
            <pc:docMk/>
            <pc:sldMk cId="3003417383" sldId="256"/>
            <ac:picMk id="64" creationId="{DFCFD4D8-F7AD-45CC-B8BC-1E8A672FEC82}"/>
          </ac:picMkLst>
        </pc:picChg>
        <pc:cxnChg chg="mod">
          <ac:chgData name="Javier Andrés Salgado" userId="8873e5dfa567fde1" providerId="LiveId" clId="{C4CF2AB8-7209-4DD7-9AAD-26F0670E20C4}" dt="2021-06-25T02:46:48.245" v="54" actId="164"/>
          <ac:cxnSpMkLst>
            <pc:docMk/>
            <pc:sldMk cId="3003417383" sldId="256"/>
            <ac:cxnSpMk id="12" creationId="{A2216B94-69DB-400C-9CCB-EE04A4BAFA99}"/>
          </ac:cxnSpMkLst>
        </pc:cxnChg>
        <pc:cxnChg chg="mod">
          <ac:chgData name="Javier Andrés Salgado" userId="8873e5dfa567fde1" providerId="LiveId" clId="{C4CF2AB8-7209-4DD7-9AAD-26F0670E20C4}" dt="2021-06-25T02:46:48.245" v="54" actId="164"/>
          <ac:cxnSpMkLst>
            <pc:docMk/>
            <pc:sldMk cId="3003417383" sldId="256"/>
            <ac:cxnSpMk id="14" creationId="{B0453D1F-ACEF-41BF-8C02-1AB5101A4E04}"/>
          </ac:cxnSpMkLst>
        </pc:cxnChg>
        <pc:cxnChg chg="mod">
          <ac:chgData name="Javier Andrés Salgado" userId="8873e5dfa567fde1" providerId="LiveId" clId="{C4CF2AB8-7209-4DD7-9AAD-26F0670E20C4}" dt="2021-06-25T02:45:15.566" v="0" actId="1076"/>
          <ac:cxnSpMkLst>
            <pc:docMk/>
            <pc:sldMk cId="3003417383" sldId="256"/>
            <ac:cxnSpMk id="20" creationId="{E4E2B0FA-F8B2-491F-8218-5E328935BC62}"/>
          </ac:cxnSpMkLst>
        </pc:cxnChg>
        <pc:cxnChg chg="mod">
          <ac:chgData name="Javier Andrés Salgado" userId="8873e5dfa567fde1" providerId="LiveId" clId="{C4CF2AB8-7209-4DD7-9AAD-26F0670E20C4}" dt="2021-06-25T02:45:15.566" v="0" actId="1076"/>
          <ac:cxnSpMkLst>
            <pc:docMk/>
            <pc:sldMk cId="3003417383" sldId="256"/>
            <ac:cxnSpMk id="21" creationId="{D3BB4356-E974-4FCF-91BE-118C11011E02}"/>
          </ac:cxnSpMkLst>
        </pc:cxnChg>
        <pc:cxnChg chg="mod">
          <ac:chgData name="Javier Andrés Salgado" userId="8873e5dfa567fde1" providerId="LiveId" clId="{C4CF2AB8-7209-4DD7-9AAD-26F0670E20C4}" dt="2021-06-25T02:46:48.245" v="54" actId="164"/>
          <ac:cxnSpMkLst>
            <pc:docMk/>
            <pc:sldMk cId="3003417383" sldId="256"/>
            <ac:cxnSpMk id="37" creationId="{E6377C40-A817-4CD8-A70D-5F48307607F0}"/>
          </ac:cxnSpMkLst>
        </pc:cxnChg>
        <pc:cxnChg chg="mod">
          <ac:chgData name="Javier Andrés Salgado" userId="8873e5dfa567fde1" providerId="LiveId" clId="{C4CF2AB8-7209-4DD7-9AAD-26F0670E20C4}" dt="2021-06-25T02:45:15.566" v="0" actId="1076"/>
          <ac:cxnSpMkLst>
            <pc:docMk/>
            <pc:sldMk cId="3003417383" sldId="256"/>
            <ac:cxnSpMk id="38" creationId="{5BF8B65D-A4FA-4D97-B9F9-B5882DF2D1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32750-21F6-4505-9E4D-6715CCDF0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D6EFCA-8250-4014-A554-F17CD86E5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F1774-CFD6-4A76-A0CF-B2FF43F1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CC21DB-0CEB-4FBF-BDE6-B46BE290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D22A78-4270-4B0C-BD4E-0057CAF8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163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07065-9561-4B3E-96B6-9E5496CC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5CF187-EF8D-4593-B060-A8C399BC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27F400-0618-4831-A14E-72BD76F3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AB80B-1E53-4EA4-8EDB-1500D0CC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4C63B-4ED9-4881-B931-9DBE93DF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832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1BDD7-6C8B-4504-86A1-0FDFE2F3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8D4117-06F7-4016-BCF9-741F29930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B1972-2CAE-4FC0-B48E-0BF978872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C4BEB4-6C86-4A1A-8796-12E2D0A3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A6EA8D-2791-4E1D-8678-CBD8100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619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D7363-3871-41FF-B0ED-9067EB59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F7093E-065B-4AE8-8AEF-D763A58A5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159A28-F685-4AAB-AA84-9DF3FDE7D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365183-0837-45CE-81C2-C063860D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CE7C95-9A07-4648-B097-50893424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D01F74-99A1-4476-9F18-B5B84883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088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EC61E-729C-43AC-99D0-735300A2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E4913-352D-4B60-B6B0-E078C3583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8E33CB-7E53-42E5-B8AF-2EA9F603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0761F9-1EBE-4CAE-BC8F-886E22CF8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6F26E8-6E0C-4C5B-A5DD-DB85681EF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2D10AC-48AE-41C2-8987-52A80300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B24062-5711-4B8A-82AF-0CB28471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98D24C-D44D-43BC-BBDE-D53AC4B6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230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B51CF-55E2-470E-A3B5-5ABA14D5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4E7529-6877-4F62-81ED-42EDA634A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DA6B0D-1CD8-424B-8F41-9E440A28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3CE767-717A-48E9-8FB2-34185258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592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A56EB5-A79D-42E8-9FAF-19CFD8CA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F3D7E2-50DE-402E-A31D-8308E8F9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C448D5-495D-45D7-B061-A194A6A4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328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3624A-3C37-49B1-9F05-F2C14876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122D7-4900-4D78-ACC7-24BCB2C2E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5A80B-324A-4712-928D-D1C46B65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01372E-4D47-4C1C-8727-3B3A4545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C9ED38-FC63-407B-9056-325EE564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274E6-CC2E-44C1-9ECE-0DA26E3E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955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C45E1-CE26-47D2-A08D-4A6BC7F0E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90B8A7-C206-4CF6-B518-1D6E07503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CDC06D-7B91-48D1-A224-E303323B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C1DC36-EC05-4658-9F8C-1D67C31A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792059-BB71-47D7-A838-9EAC737E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A5007C-6E7C-4496-9066-D3569A81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042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CC371-CB27-4257-8007-81B6402D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139FEA-B1FF-45DC-97E9-B00EAADDD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C7009-401B-4238-90DF-78909847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9E8A5B-9940-4637-B52B-9F5EA3B6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C58814-EC32-40A2-8405-E9181C3A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69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169AB4-944E-46F6-A75E-DC5F6E682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684354-B1F4-41A3-B924-C066CF5C6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8F13E-F0F3-4952-B9CC-72C68097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7172EF-33B7-4271-BFA4-1D57803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0BA18A-364A-48A5-A2CF-BFC126B7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314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2AAFB0-6FF9-448C-B16F-5735F6D0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0FF2B2-3784-4362-B17F-2197776CE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E31B37-97E1-400A-9DC1-BF8645E2D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247C0-7005-4A1F-9F0E-1642E994333B}" type="datetimeFigureOut">
              <a:rPr lang="es-CL" smtClean="0"/>
              <a:t>25-06-2021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8DE6E5-EA44-447B-A88D-D9E71FE71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2AA856-6C1D-4B6E-8CA7-C476A9D7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41104-6856-492D-98C4-F4E8B728849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666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E0D02AC4-7B07-4CE2-BC0E-90FCE372FF87}"/>
              </a:ext>
            </a:extLst>
          </p:cNvPr>
          <p:cNvSpPr/>
          <p:nvPr/>
        </p:nvSpPr>
        <p:spPr>
          <a:xfrm>
            <a:off x="6864224" y="1762455"/>
            <a:ext cx="4631091" cy="4796409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 descr="Usuario con relleno sólido">
            <a:extLst>
              <a:ext uri="{FF2B5EF4-FFF2-40B4-BE49-F238E27FC236}">
                <a16:creationId xmlns:a16="http://schemas.microsoft.com/office/drawing/2014/main" id="{56CF3401-6218-483D-A707-B1DD70D35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8087" y="3534731"/>
            <a:ext cx="1092216" cy="113111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4E2B0FA-F8B2-491F-8218-5E328935BC62}"/>
              </a:ext>
            </a:extLst>
          </p:cNvPr>
          <p:cNvCxnSpPr>
            <a:cxnSpLocks/>
            <a:stCxn id="5" idx="5"/>
          </p:cNvCxnSpPr>
          <p:nvPr/>
        </p:nvCxnSpPr>
        <p:spPr>
          <a:xfrm flipH="1" flipV="1">
            <a:off x="9183933" y="4238410"/>
            <a:ext cx="1633174" cy="16180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3BB4356-E974-4FCF-91BE-118C11011E02}"/>
              </a:ext>
            </a:extLst>
          </p:cNvPr>
          <p:cNvCxnSpPr>
            <a:cxnSpLocks/>
            <a:endCxn id="5" idx="7"/>
          </p:cNvCxnSpPr>
          <p:nvPr/>
        </p:nvCxnSpPr>
        <p:spPr>
          <a:xfrm flipV="1">
            <a:off x="9183753" y="2464873"/>
            <a:ext cx="1633354" cy="17735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BF8B65D-A4FA-4D97-B9F9-B5882DF2D1FF}"/>
              </a:ext>
            </a:extLst>
          </p:cNvPr>
          <p:cNvCxnSpPr>
            <a:cxnSpLocks/>
          </p:cNvCxnSpPr>
          <p:nvPr/>
        </p:nvCxnSpPr>
        <p:spPr>
          <a:xfrm flipH="1">
            <a:off x="6643397" y="4204671"/>
            <a:ext cx="2540356" cy="8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Gráfico 49" descr="Contorno de cara confundida con relleno sólido">
            <a:extLst>
              <a:ext uri="{FF2B5EF4-FFF2-40B4-BE49-F238E27FC236}">
                <a16:creationId xmlns:a16="http://schemas.microsoft.com/office/drawing/2014/main" id="{2F3630C9-5CF2-488B-A171-1BE80156A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1000" y="5613446"/>
            <a:ext cx="486000" cy="486000"/>
          </a:xfrm>
          <a:prstGeom prst="rect">
            <a:avLst/>
          </a:prstGeom>
        </p:spPr>
      </p:pic>
      <p:pic>
        <p:nvPicPr>
          <p:cNvPr id="52" name="Gráfico 51" descr="Contorno de cara riendo con relleno sólido">
            <a:extLst>
              <a:ext uri="{FF2B5EF4-FFF2-40B4-BE49-F238E27FC236}">
                <a16:creationId xmlns:a16="http://schemas.microsoft.com/office/drawing/2014/main" id="{89030D63-CCF3-4E02-8F4D-745D62CB20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0430" y="2037433"/>
            <a:ext cx="486000" cy="486000"/>
          </a:xfrm>
          <a:prstGeom prst="rect">
            <a:avLst/>
          </a:prstGeom>
        </p:spPr>
      </p:pic>
      <p:pic>
        <p:nvPicPr>
          <p:cNvPr id="54" name="Gráfico 53" descr="Portapapeles parcialmente comprobado con relleno sólido">
            <a:extLst>
              <a:ext uri="{FF2B5EF4-FFF2-40B4-BE49-F238E27FC236}">
                <a16:creationId xmlns:a16="http://schemas.microsoft.com/office/drawing/2014/main" id="{E6169037-2526-4FD8-BDE7-2A6617088E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2087" y="2684018"/>
            <a:ext cx="485847" cy="485847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A4016A6C-D419-4455-B5C8-229C9E182862}"/>
              </a:ext>
            </a:extLst>
          </p:cNvPr>
          <p:cNvGrpSpPr/>
          <p:nvPr/>
        </p:nvGrpSpPr>
        <p:grpSpPr>
          <a:xfrm>
            <a:off x="475692" y="1363855"/>
            <a:ext cx="5201808" cy="5259529"/>
            <a:chOff x="475692" y="1363855"/>
            <a:chExt cx="5201808" cy="525952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97E8B75-C9E4-4C24-AC83-BF1F0AE3C052}"/>
                </a:ext>
              </a:extLst>
            </p:cNvPr>
            <p:cNvSpPr/>
            <p:nvPr/>
          </p:nvSpPr>
          <p:spPr>
            <a:xfrm>
              <a:off x="475692" y="1802157"/>
              <a:ext cx="4982715" cy="48050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9" name="Gráfico 8" descr="Regalo con relleno sólido">
              <a:extLst>
                <a:ext uri="{FF2B5EF4-FFF2-40B4-BE49-F238E27FC236}">
                  <a16:creationId xmlns:a16="http://schemas.microsoft.com/office/drawing/2014/main" id="{6B64EB93-8333-4BF2-A0A1-3AC46741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80480" y="3550773"/>
              <a:ext cx="1172947" cy="1131119"/>
            </a:xfrm>
            <a:prstGeom prst="rect">
              <a:avLst/>
            </a:prstGeom>
          </p:spPr>
        </p:pic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A2216B94-69DB-400C-9CCB-EE04A4BAFA99}"/>
                </a:ext>
              </a:extLst>
            </p:cNvPr>
            <p:cNvCxnSpPr>
              <a:cxnSpLocks/>
            </p:cNvCxnSpPr>
            <p:nvPr/>
          </p:nvCxnSpPr>
          <p:spPr>
            <a:xfrm>
              <a:off x="475692" y="1802157"/>
              <a:ext cx="2491358" cy="240251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B0453D1F-ACEF-41BF-8C02-1AB5101A4E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92" y="4204671"/>
              <a:ext cx="2491358" cy="241871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E6377C40-A817-4CD8-A70D-5F48307607F0}"/>
                </a:ext>
              </a:extLst>
            </p:cNvPr>
            <p:cNvCxnSpPr>
              <a:cxnSpLocks/>
            </p:cNvCxnSpPr>
            <p:nvPr/>
          </p:nvCxnSpPr>
          <p:spPr>
            <a:xfrm>
              <a:off x="2967050" y="4204671"/>
              <a:ext cx="2710450" cy="81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8" name="Gráfico 57" descr="Código de barras con relleno sólido">
              <a:extLst>
                <a:ext uri="{FF2B5EF4-FFF2-40B4-BE49-F238E27FC236}">
                  <a16:creationId xmlns:a16="http://schemas.microsoft.com/office/drawing/2014/main" id="{4C9D2EB9-FE2F-423F-8A1C-653AA90EF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10301" y="2440941"/>
              <a:ext cx="486000" cy="486000"/>
            </a:xfrm>
            <a:prstGeom prst="rect">
              <a:avLst/>
            </a:prstGeom>
          </p:spPr>
        </p:pic>
        <p:pic>
          <p:nvPicPr>
            <p:cNvPr id="62" name="Gráfico 61" descr="Medicina con relleno sólido">
              <a:extLst>
                <a:ext uri="{FF2B5EF4-FFF2-40B4-BE49-F238E27FC236}">
                  <a16:creationId xmlns:a16="http://schemas.microsoft.com/office/drawing/2014/main" id="{686CCD45-0387-4947-A382-5575EABE3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36631" y="6077095"/>
              <a:ext cx="486000" cy="486000"/>
            </a:xfrm>
            <a:prstGeom prst="rect">
              <a:avLst/>
            </a:prstGeom>
          </p:spPr>
        </p:pic>
        <p:pic>
          <p:nvPicPr>
            <p:cNvPr id="64" name="Gráfico 63" descr="Gráfico de barras con tendencia alcista con relleno sólido">
              <a:extLst>
                <a:ext uri="{FF2B5EF4-FFF2-40B4-BE49-F238E27FC236}">
                  <a16:creationId xmlns:a16="http://schemas.microsoft.com/office/drawing/2014/main" id="{DFCFD4D8-F7AD-45CC-B8BC-1E8A672FE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79631" y="1947069"/>
              <a:ext cx="486000" cy="486000"/>
            </a:xfrm>
            <a:prstGeom prst="rect">
              <a:avLst/>
            </a:prstGeom>
          </p:spPr>
        </p:pic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BB818B-31DC-4678-81C5-7365DB253218}"/>
                </a:ext>
              </a:extLst>
            </p:cNvPr>
            <p:cNvSpPr txBox="1"/>
            <p:nvPr/>
          </p:nvSpPr>
          <p:spPr>
            <a:xfrm>
              <a:off x="481767" y="1363855"/>
              <a:ext cx="2383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latin typeface="Biome" panose="020B0503030204020804" pitchFamily="34" charset="0"/>
                  <a:cs typeface="Biome" panose="020B0503030204020804" pitchFamily="34" charset="0"/>
                </a:rPr>
                <a:t>Propuesta de Valor</a:t>
              </a:r>
              <a:endParaRPr lang="es-CL" dirty="0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B21E249-F16E-4B5A-ADE0-00E9AA1B0C38}"/>
              </a:ext>
            </a:extLst>
          </p:cNvPr>
          <p:cNvSpPr txBox="1"/>
          <p:nvPr/>
        </p:nvSpPr>
        <p:spPr>
          <a:xfrm>
            <a:off x="6866379" y="1363855"/>
            <a:ext cx="279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Biome" panose="020B0503030204020804" pitchFamily="34" charset="0"/>
                <a:cs typeface="Biome" panose="020B0503030204020804" pitchFamily="34" charset="0"/>
              </a:rPr>
              <a:t>Segmento de Mercado</a:t>
            </a:r>
            <a:endParaRPr lang="es-CL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0461DDD-6392-4E44-B431-8332505AE7F0}"/>
              </a:ext>
            </a:extLst>
          </p:cNvPr>
          <p:cNvSpPr txBox="1"/>
          <p:nvPr/>
        </p:nvSpPr>
        <p:spPr>
          <a:xfrm>
            <a:off x="2015412" y="1977300"/>
            <a:ext cx="3304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Procesos de Operaciones simples y rápidos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Orden operacional, aumento de eficiencia productiva</a:t>
            </a:r>
          </a:p>
          <a:p>
            <a:endParaRPr lang="es-CL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B65BCF0-B2B9-45FD-A903-414D7FFB8B8F}"/>
              </a:ext>
            </a:extLst>
          </p:cNvPr>
          <p:cNvSpPr txBox="1"/>
          <p:nvPr/>
        </p:nvSpPr>
        <p:spPr>
          <a:xfrm>
            <a:off x="2443649" y="4779751"/>
            <a:ext cx="2946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Orden Interno eficaz y simple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Comunicación por correo con clientes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1 </a:t>
            </a:r>
            <a:r>
              <a:rPr lang="es-CL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click</a:t>
            </a:r>
            <a:r>
              <a:rPr lang="es-CL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factura Lista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Fácil de usar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91C39A8-7898-45F6-970B-6B580FFEE453}"/>
              </a:ext>
            </a:extLst>
          </p:cNvPr>
          <p:cNvSpPr txBox="1"/>
          <p:nvPr/>
        </p:nvSpPr>
        <p:spPr>
          <a:xfrm>
            <a:off x="495152" y="3257215"/>
            <a:ext cx="1520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Software de Gestión de Taller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Soporte IT Integral</a:t>
            </a:r>
            <a:endParaRPr lang="es-CL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4BD1BE1-21B4-4FC3-8549-01BD84E3A5F8}"/>
              </a:ext>
            </a:extLst>
          </p:cNvPr>
          <p:cNvSpPr txBox="1"/>
          <p:nvPr/>
        </p:nvSpPr>
        <p:spPr>
          <a:xfrm>
            <a:off x="7777936" y="2322202"/>
            <a:ext cx="206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Tiempo libre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Vida Familiar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Orgullo de tener una buena imagen profesional</a:t>
            </a:r>
            <a:endParaRPr lang="es-CL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917CDCB0-0CCD-458D-A6E9-C98128B2AC37}"/>
              </a:ext>
            </a:extLst>
          </p:cNvPr>
          <p:cNvSpPr txBox="1"/>
          <p:nvPr/>
        </p:nvSpPr>
        <p:spPr>
          <a:xfrm>
            <a:off x="7238879" y="4556617"/>
            <a:ext cx="25403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Desorden administrativo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Mala Imagen con clientes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Facturación costosa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Cierto nivel de analfabetismo digital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1433D19-7A6E-4174-8B6D-26C3B491D402}"/>
              </a:ext>
            </a:extLst>
          </p:cNvPr>
          <p:cNvSpPr txBox="1"/>
          <p:nvPr/>
        </p:nvSpPr>
        <p:spPr>
          <a:xfrm>
            <a:off x="9942222" y="3521122"/>
            <a:ext cx="152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Mantención de maquinaria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Prefacturación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Coordinación de servicios y trabajos</a:t>
            </a:r>
            <a:endParaRPr lang="es-CL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F21551A-15BD-4917-940A-8CE7EB6772BA}"/>
              </a:ext>
            </a:extLst>
          </p:cNvPr>
          <p:cNvSpPr txBox="1"/>
          <p:nvPr/>
        </p:nvSpPr>
        <p:spPr>
          <a:xfrm>
            <a:off x="475691" y="49950"/>
            <a:ext cx="11607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latin typeface="Biome" panose="020B0502040204020203" pitchFamily="34" charset="0"/>
                <a:cs typeface="Biome" panose="020B0502040204020203" pitchFamily="34" charset="0"/>
              </a:rPr>
              <a:t>Canvas</a:t>
            </a:r>
            <a:r>
              <a:rPr lang="es-MX" dirty="0">
                <a:latin typeface="Biome" panose="020B0502040204020203" pitchFamily="34" charset="0"/>
                <a:cs typeface="Biome" panose="020B0502040204020203" pitchFamily="34" charset="0"/>
              </a:rPr>
              <a:t> de Propuesta de Valor</a:t>
            </a:r>
            <a:endParaRPr lang="es-CL" dirty="0"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7DC169C2-FFAF-49FE-BEDD-2434FABE06C1}"/>
              </a:ext>
            </a:extLst>
          </p:cNvPr>
          <p:cNvSpPr txBox="1"/>
          <p:nvPr/>
        </p:nvSpPr>
        <p:spPr>
          <a:xfrm>
            <a:off x="475690" y="548794"/>
            <a:ext cx="11607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Canvas</a:t>
            </a:r>
            <a:r>
              <a:rPr lang="es-MX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Propuesta de Valor</a:t>
            </a:r>
            <a:endParaRPr lang="es-CL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417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88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Biome</vt:lpstr>
      <vt:lpstr>Calibri</vt:lpstr>
      <vt:lpstr>Calibri Light</vt:lpstr>
      <vt:lpstr>Segoe UI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Andrés Salgado</dc:creator>
  <cp:lastModifiedBy>Javier Andrés Salgado</cp:lastModifiedBy>
  <cp:revision>2</cp:revision>
  <dcterms:created xsi:type="dcterms:W3CDTF">2021-06-25T02:15:51Z</dcterms:created>
  <dcterms:modified xsi:type="dcterms:W3CDTF">2021-06-25T16:11:58Z</dcterms:modified>
</cp:coreProperties>
</file>