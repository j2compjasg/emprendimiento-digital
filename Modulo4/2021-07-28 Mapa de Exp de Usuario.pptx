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>
        <p:scale>
          <a:sx n="100" d="100"/>
          <a:sy n="100" d="100"/>
        </p:scale>
        <p:origin x="-53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8086B-AC41-4FE7-97AD-7672FBD01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57FC88-AECF-4D4F-8FA5-CF5E5D18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AF7931-B4A7-4485-84AC-135E44243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638E5D-FAD6-4A85-9554-7B483779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D7B3B1-03C2-42E5-B82B-386DC0C1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7907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A3D38-40EA-471E-8264-F2E03563F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B81DA7-17A3-44FF-BA30-A95EAE288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6E3D32-91FA-42F7-A6DF-FA47401CD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D8C197-4F39-482D-AF02-E6696AAA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B15868-A1A8-4C82-92FC-CD4A64A6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56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F5793-B7D7-48B9-B800-9556D8AE7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903505-C2B8-4521-887B-0287BFDDC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EE1920-09BA-454B-96A9-5698ADAE8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35C5D3-46D5-4ADA-A284-390ACDFAD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0CC7F7-743E-46E2-BB84-74AE9C22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480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7C330E-7565-407D-B75A-52EF7E1E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393537-5498-4F15-A08C-0D1034944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0DF17-F888-49F9-9D08-C186BA405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18C87C-1074-4BAB-BB13-BD4286A4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8D660F-3518-436E-838D-9FE22B76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253369-7B6E-42DE-8BBA-4497EAB50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3265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FDAEC-75B8-4987-B6FD-5FA0A5B3B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037C66-C02D-4AAD-870F-118EC509E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51F35E-3538-4E26-A733-0C4BD8642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04FDDC-448F-4EBC-8067-6B609C20AE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AC56F96-F946-40F4-AF98-E5F74E0B8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32CE84E-0210-43D8-AA07-073B28323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CFC7EE-ED4B-426A-B0DE-283AF2D75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C5014B-0D7B-4490-98F4-7C49A584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4404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070A5-E25B-4DC5-8496-FA0586907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7B1A60-9942-4C1E-A8BF-3686080D8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D47782-7ECE-48DA-9047-A3BFA991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9CE541-C1FC-4247-9657-DBFA3189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993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4ED0525-DFF8-4101-A122-B744A377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89C069-DE52-4A1C-83BF-2FA19D95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7E3980-B9BC-4EC1-BFAF-BCE26E89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115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53A68-C9B3-45E2-BDF1-94E140BEC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EE8579-70EB-4F45-8B53-4AF83683A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655BB9-DDF2-4597-9BD5-BA4750109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85BC4F-3161-4A25-955D-9A64EF86E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07683B-45A7-419E-9031-181BBD48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320D02-ADB6-407A-B7F5-85013887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3669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20C41-166E-41A1-AE50-40859D8AE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0F5D84-068F-47A8-8941-640D3561C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A650AC-8391-49E1-8CD7-B7C1DED3E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FFE451-64ED-47E8-BCF9-AA987E0D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BECC4E-15AE-4DCA-BB9E-CA12DE025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199060-C1D4-4504-BD0B-C8297B8BA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62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75235-4245-4D78-ADD8-9009FA445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9D8AE4-6071-42E4-BA5F-7B61EFBAC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EFFC6A-4CEA-4FF0-ACDA-762F3AD17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587BAD-3F9F-4A03-8EA8-1648AF6CE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021FB6-AEA9-41A3-888B-0DCBFCFF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424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40FB3B-081A-441C-8737-321540B13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90CB02-B557-44D9-A73A-2F0ADCCD3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F3C94E-63BE-42C6-8E63-8F43725E2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A11723-0D29-46AA-BFC4-7F6D35A1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B79308-FDF2-4DD7-A7A5-56C406FE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2821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5070C7D-611E-49C2-98EC-A8C30305F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1D528B-C3E5-4A65-BE28-E2316B2FC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146BDB-CDFB-4741-AB91-4502A7F42F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0539E-2D0B-4FD2-A5E7-3536A6E6F67E}" type="datetimeFigureOut">
              <a:rPr lang="es-CL" smtClean="0"/>
              <a:t>28-07-2021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2F57ED-D665-4B5B-A6CA-16A937228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D37AEE-9320-4460-B611-388A89D02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6E362-78A5-4D0F-A64D-6B2D592A98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381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áfico 10">
            <a:extLst>
              <a:ext uri="{FF2B5EF4-FFF2-40B4-BE49-F238E27FC236}">
                <a16:creationId xmlns:a16="http://schemas.microsoft.com/office/drawing/2014/main" id="{B6EB8FC3-0846-4337-A5F5-6F613F594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398" y="780344"/>
            <a:ext cx="10202678" cy="596335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AE9B4CF-5475-4B75-8EE1-C2CD86F683D9}"/>
              </a:ext>
            </a:extLst>
          </p:cNvPr>
          <p:cNvSpPr txBox="1"/>
          <p:nvPr/>
        </p:nvSpPr>
        <p:spPr>
          <a:xfrm>
            <a:off x="1400175" y="209550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Mapa de Experiencia de Viaje de Usuario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1426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Andrés Salgado</dc:creator>
  <cp:lastModifiedBy>Javier Andrés Salgado</cp:lastModifiedBy>
  <cp:revision>1</cp:revision>
  <dcterms:created xsi:type="dcterms:W3CDTF">2021-07-29T01:32:56Z</dcterms:created>
  <dcterms:modified xsi:type="dcterms:W3CDTF">2021-07-29T01:41:19Z</dcterms:modified>
</cp:coreProperties>
</file>