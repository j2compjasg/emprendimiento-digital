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74" r:id="rId2"/>
  </p:sldIdLst>
  <p:sldSz cx="9144000" cy="5143500" type="screen16x9"/>
  <p:notesSz cx="6858000" cy="9144000"/>
  <p:embeddedFontLst>
    <p:embeddedFont>
      <p:font typeface="Lato" panose="020B0604020202020204" charset="0"/>
      <p:regular r:id="rId4"/>
      <p:bold r:id="rId5"/>
      <p:italic r:id="rId6"/>
      <p:boldItalic r:id="rId7"/>
    </p:embeddedFont>
    <p:embeddedFont>
      <p:font typeface="Montserrat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330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45fc72779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45fc72779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/>
        </p:nvSpPr>
        <p:spPr>
          <a:xfrm>
            <a:off x="5893850" y="3772550"/>
            <a:ext cx="318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1241914" y="944557"/>
            <a:ext cx="73548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¿Cual es la sensación que tiene una vez que llega al aeropuerto?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Cuál cree que es la forma que más le gusta de movilizarse y llegar /Salir del aeropuerto? ¿Por qué? (cual es la forma que más te gusta movilizarse pero enfocarlo en que me movilizara) 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Cual ha sido su mejor experiencia en un aeropuerto?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Qué tipo de servicios son los que le agradan o considera más necesarios en el aeropuerto?( cuales son los que usan más en vez de agradar)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Cual es el mejor servicio que encuentra en el aeropuerto?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Cual es el peor servicio o el menos necesario que encuentra en el aeropuerto? (cual es el peor servicio)(más fácil que cosas sacarias del aeropuerto)(demasiada obviedad)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Cual ha sido su peor experiencia en un aeropuerto?  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AutoNum type="arabicPeriod"/>
            </a:pPr>
            <a:r>
              <a:rPr lang="es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Cómo fue su última experiencia al llegar o salir del aeropuerto hacia su destino o desde su casa? ( puede ser la primera)(que abarque el todo experiencia completa de su viaje)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AFC7AB4-DA89-4E26-983E-9C715BD2D12C}"/>
              </a:ext>
            </a:extLst>
          </p:cNvPr>
          <p:cNvSpPr txBox="1"/>
          <p:nvPr/>
        </p:nvSpPr>
        <p:spPr>
          <a:xfrm>
            <a:off x="1429657" y="324695"/>
            <a:ext cx="480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>
                <a:solidFill>
                  <a:schemeClr val="bg1"/>
                </a:solidFill>
              </a:rPr>
              <a:t>Entrevista</a:t>
            </a:r>
            <a:endParaRPr lang="es-C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Presentación en pantalla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Montserrat</vt:lpstr>
      <vt:lpstr>Lato</vt:lpstr>
      <vt:lpstr>Arial</vt:lpstr>
      <vt:lpstr>Focus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Javier Andrés Salgado</cp:lastModifiedBy>
  <cp:revision>2</cp:revision>
  <dcterms:modified xsi:type="dcterms:W3CDTF">2021-07-23T01:18:00Z</dcterms:modified>
</cp:coreProperties>
</file>