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62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330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Andrés Salgado" userId="8873e5dfa567fde1" providerId="LiveId" clId="{BB9228BB-5D40-4FDE-B00F-22BD34232545}"/>
    <pc:docChg chg="undo custSel addSld delSld">
      <pc:chgData name="Javier Andrés Salgado" userId="8873e5dfa567fde1" providerId="LiveId" clId="{BB9228BB-5D40-4FDE-B00F-22BD34232545}" dt="2021-07-23T01:35:47.356" v="2" actId="2696"/>
      <pc:docMkLst>
        <pc:docMk/>
      </pc:docMkLst>
      <pc:sldChg chg="add del">
        <pc:chgData name="Javier Andrés Salgado" userId="8873e5dfa567fde1" providerId="LiveId" clId="{BB9228BB-5D40-4FDE-B00F-22BD34232545}" dt="2021-07-23T01:35:47.356" v="2" actId="2696"/>
        <pc:sldMkLst>
          <pc:docMk/>
          <pc:sldMk cId="0" sldId="256"/>
        </pc:sldMkLst>
      </pc:sldChg>
      <pc:sldChg chg="add del">
        <pc:chgData name="Javier Andrés Salgado" userId="8873e5dfa567fde1" providerId="LiveId" clId="{BB9228BB-5D40-4FDE-B00F-22BD34232545}" dt="2021-07-23T01:35:47.356" v="2" actId="2696"/>
        <pc:sldMkLst>
          <pc:docMk/>
          <pc:sldMk cId="0" sldId="257"/>
        </pc:sldMkLst>
      </pc:sldChg>
      <pc:sldChg chg="add del">
        <pc:chgData name="Javier Andrés Salgado" userId="8873e5dfa567fde1" providerId="LiveId" clId="{BB9228BB-5D40-4FDE-B00F-22BD34232545}" dt="2021-07-23T01:35:47.356" v="2" actId="2696"/>
        <pc:sldMkLst>
          <pc:docMk/>
          <pc:sldMk cId="0" sldId="258"/>
        </pc:sldMkLst>
      </pc:sldChg>
      <pc:sldChg chg="add del">
        <pc:chgData name="Javier Andrés Salgado" userId="8873e5dfa567fde1" providerId="LiveId" clId="{BB9228BB-5D40-4FDE-B00F-22BD34232545}" dt="2021-07-23T01:35:47.356" v="2" actId="2696"/>
        <pc:sldMkLst>
          <pc:docMk/>
          <pc:sldMk cId="0" sldId="259"/>
        </pc:sldMkLst>
      </pc:sldChg>
      <pc:sldChg chg="add del">
        <pc:chgData name="Javier Andrés Salgado" userId="8873e5dfa567fde1" providerId="LiveId" clId="{BB9228BB-5D40-4FDE-B00F-22BD34232545}" dt="2021-07-23T01:35:47.356" v="2" actId="2696"/>
        <pc:sldMkLst>
          <pc:docMk/>
          <pc:sldMk cId="0" sldId="260"/>
        </pc:sldMkLst>
      </pc:sldChg>
      <pc:sldChg chg="add del">
        <pc:chgData name="Javier Andrés Salgado" userId="8873e5dfa567fde1" providerId="LiveId" clId="{BB9228BB-5D40-4FDE-B00F-22BD34232545}" dt="2021-07-23T01:35:47.356" v="2" actId="2696"/>
        <pc:sldMkLst>
          <pc:docMk/>
          <pc:sldMk cId="0" sldId="261"/>
        </pc:sldMkLst>
      </pc:sldChg>
      <pc:sldMasterChg chg="addSldLayout delSldLayout">
        <pc:chgData name="Javier Andrés Salgado" userId="8873e5dfa567fde1" providerId="LiveId" clId="{BB9228BB-5D40-4FDE-B00F-22BD34232545}" dt="2021-07-23T01:35:47.356" v="2" actId="2696"/>
        <pc:sldMasterMkLst>
          <pc:docMk/>
          <pc:sldMasterMk cId="0" sldId="2147483659"/>
        </pc:sldMasterMkLst>
        <pc:sldLayoutChg chg="add del">
          <pc:chgData name="Javier Andrés Salgado" userId="8873e5dfa567fde1" providerId="LiveId" clId="{BB9228BB-5D40-4FDE-B00F-22BD34232545}" dt="2021-07-23T01:35:47.356" v="2" actId="2696"/>
          <pc:sldLayoutMkLst>
            <pc:docMk/>
            <pc:sldMasterMk cId="0" sldId="2147483659"/>
            <pc:sldLayoutMk cId="0" sldId="2147483648"/>
          </pc:sldLayoutMkLst>
        </pc:sldLayoutChg>
        <pc:sldLayoutChg chg="add del">
          <pc:chgData name="Javier Andrés Salgado" userId="8873e5dfa567fde1" providerId="LiveId" clId="{BB9228BB-5D40-4FDE-B00F-22BD34232545}" dt="2021-07-23T01:35:47.356" v="2" actId="2696"/>
          <pc:sldLayoutMkLst>
            <pc:docMk/>
            <pc:sldMasterMk cId="0" sldId="2147483659"/>
            <pc:sldLayoutMk cId="0" sldId="2147483652"/>
          </pc:sldLayoutMkLst>
        </pc:sldLayoutChg>
        <pc:sldLayoutChg chg="add del">
          <pc:chgData name="Javier Andrés Salgado" userId="8873e5dfa567fde1" providerId="LiveId" clId="{BB9228BB-5D40-4FDE-B00F-22BD34232545}" dt="2021-07-23T01:35:47.356" v="2" actId="2696"/>
          <pc:sldLayoutMkLst>
            <pc:docMk/>
            <pc:sldMasterMk cId="0" sldId="2147483659"/>
            <pc:sldLayoutMk cId="0" sldId="214748365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5e8283b8d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e5e8283b8d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225550" y="696100"/>
            <a:ext cx="204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5024925" y="92800"/>
            <a:ext cx="2467800" cy="739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024925" y="46725"/>
            <a:ext cx="2614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Lato"/>
                <a:ea typeface="Lato"/>
                <a:cs typeface="Lato"/>
                <a:sym typeface="Lato"/>
              </a:rPr>
              <a:t>Pagar de manera expedita, sin colas, con su tarjeta de crédito o debito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Lato"/>
                <a:ea typeface="Lato"/>
                <a:cs typeface="Lato"/>
                <a:sym typeface="Lato"/>
              </a:rPr>
              <a:t>Libertad de no andar con efectivo para pagar el est.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400625" y="1289913"/>
            <a:ext cx="2044200" cy="98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12725" y="1318563"/>
            <a:ext cx="2220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Lato"/>
                <a:ea typeface="Lato"/>
                <a:cs typeface="Lato"/>
                <a:sym typeface="Lato"/>
              </a:rPr>
              <a:t>Los usuarios ven que los estacionamientos cada vez poseen mas servicios, pero aun deben acudir a las cajas y hacer filas 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Lato"/>
                <a:ea typeface="Lato"/>
                <a:cs typeface="Lato"/>
                <a:sym typeface="Lato"/>
              </a:rPr>
              <a:t>cuando, se dañan los cobradores automaticos, se deb buscar otro, teniendo que caminar más,  teniendo una mala experiencia de uso 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813325" y="2528338"/>
            <a:ext cx="1899600" cy="98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741025" y="2464238"/>
            <a:ext cx="2044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Lato"/>
                <a:ea typeface="Lato"/>
                <a:cs typeface="Lato"/>
                <a:sym typeface="Lato"/>
              </a:rPr>
              <a:t>reclaman cuando, el lector no funciona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Lato"/>
                <a:ea typeface="Lato"/>
                <a:cs typeface="Lato"/>
                <a:sym typeface="Lato"/>
              </a:rPr>
              <a:t>Reclaman cuando, el sistema no tiene vuelto.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Lato"/>
                <a:ea typeface="Lato"/>
                <a:cs typeface="Lato"/>
                <a:sym typeface="Lato"/>
              </a:rPr>
              <a:t>Reclaman  cuando hay fila y tienen un inconveniente, por que el equipo no funcionan y deben esperar a que llegue el funcionario.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1388625" y="525"/>
            <a:ext cx="2044200" cy="831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483725" y="46725"/>
            <a:ext cx="194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Lato"/>
                <a:ea typeface="Lato"/>
                <a:cs typeface="Lato"/>
                <a:sym typeface="Lato"/>
              </a:rPr>
              <a:t>Conductor.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Lato"/>
                <a:ea typeface="Lato"/>
                <a:cs typeface="Lato"/>
                <a:sym typeface="Lato"/>
              </a:rPr>
              <a:t>Auto Propio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Lato"/>
                <a:ea typeface="Lato"/>
                <a:cs typeface="Lato"/>
                <a:sym typeface="Lato"/>
              </a:rPr>
              <a:t>No Necesariamente Viaja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Lato"/>
                <a:ea typeface="Lato"/>
                <a:cs typeface="Lato"/>
                <a:sym typeface="Lato"/>
              </a:rPr>
              <a:t>Tiene Tarjeta de Crédito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66625" y="2241975"/>
            <a:ext cx="2374500" cy="55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266625" y="2241975"/>
            <a:ext cx="237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Lato"/>
                <a:ea typeface="Lato"/>
                <a:cs typeface="Lato"/>
                <a:sym typeface="Lato"/>
              </a:rPr>
              <a:t>Todos se quejan de que la maquina cobra mucho y que no se puede perder el ticket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1299750" y="3666000"/>
            <a:ext cx="1788600" cy="98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256250" y="3766750"/>
            <a:ext cx="187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Lato"/>
                <a:ea typeface="Lato"/>
                <a:cs typeface="Lato"/>
                <a:sym typeface="Lato"/>
              </a:rPr>
              <a:t>Viaja fuera de la ciudad y no tiene tiempo de preocuparse por el sencillo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353350" y="3599650"/>
            <a:ext cx="1788600" cy="98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498325" y="3704575"/>
            <a:ext cx="166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Lato"/>
                <a:ea typeface="Lato"/>
                <a:cs typeface="Lato"/>
                <a:sym typeface="Lato"/>
              </a:rPr>
              <a:t>Va a dejar a su familia o colegas y está preocupado de otros detalles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Presentación en pantalla (16:9)</PresentationFormat>
  <Paragraphs>14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Lato</vt:lpstr>
      <vt:lpstr>Montserrat</vt:lpstr>
      <vt:lpstr>Focus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Javier Andrés Salgado</cp:lastModifiedBy>
  <cp:revision>1</cp:revision>
  <dcterms:modified xsi:type="dcterms:W3CDTF">2021-07-23T01:35:51Z</dcterms:modified>
</cp:coreProperties>
</file>