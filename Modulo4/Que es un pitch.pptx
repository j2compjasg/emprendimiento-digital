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606" autoAdjust="0"/>
    <p:restoredTop sz="86375" autoAdjust="0"/>
  </p:normalViewPr>
  <p:slideViewPr>
    <p:cSldViewPr snapToGrid="0">
      <p:cViewPr varScale="1">
        <p:scale>
          <a:sx n="62" d="100"/>
          <a:sy n="62" d="100"/>
        </p:scale>
        <p:origin x="31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D7F64-DA42-427A-925B-E7A7F8FA9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1905000"/>
          </a:xfrm>
        </p:spPr>
        <p:txBody>
          <a:bodyPr/>
          <a:lstStyle/>
          <a:p>
            <a:r>
              <a:rPr lang="es-MX" dirty="0"/>
              <a:t>Que es un pitch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BBF686-7BF8-476E-8F7D-053924C80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2650210"/>
            <a:ext cx="8676222" cy="3140990"/>
          </a:xfrm>
        </p:spPr>
        <p:txBody>
          <a:bodyPr>
            <a:normAutofit/>
          </a:bodyPr>
          <a:lstStyle/>
          <a:p>
            <a:pPr lvl="0"/>
            <a:r>
              <a:rPr lang="es-MX" dirty="0"/>
              <a:t>El</a:t>
            </a:r>
            <a:r>
              <a:rPr lang="es-MX" baseline="0" dirty="0"/>
              <a:t> </a:t>
            </a:r>
            <a:r>
              <a:rPr lang="es-MX" baseline="0" dirty="0" err="1"/>
              <a:t>Elevator</a:t>
            </a:r>
            <a:r>
              <a:rPr lang="es-MX" baseline="0" dirty="0"/>
              <a:t> pitch es condensar un mensaje que llame la atención de alguien en pocos segundos o minutos, obteniendo como resultado una entrevista </a:t>
            </a:r>
            <a:r>
              <a:rPr lang="es-MX" baseline="0" dirty="0" err="1"/>
              <a:t>oreunión</a:t>
            </a:r>
            <a:r>
              <a:rPr lang="es-MX" baseline="0" dirty="0"/>
              <a:t> con esa persona mas adelante. Es</a:t>
            </a:r>
            <a:r>
              <a:rPr lang="es-MX" dirty="0"/>
              <a:t> el formato más utilizado por emprendedores para presentar su idea o proyecto a un inversionista como también a clientes, proveedores y socios</a:t>
            </a:r>
            <a:endParaRPr lang="es-MX" baseline="0" dirty="0"/>
          </a:p>
          <a:p>
            <a:pPr lvl="0"/>
            <a:r>
              <a:rPr lang="es-MX" baseline="0" dirty="0"/>
              <a:t>La utilidad de esta técnica está en aprovechar al</a:t>
            </a:r>
            <a:r>
              <a:rPr lang="es-MX" dirty="0"/>
              <a:t> máximo el escaso tiempo y contadas oportunidades en las que podemos tener acceso a hablar con alguna de estas personas</a:t>
            </a:r>
          </a:p>
        </p:txBody>
      </p:sp>
    </p:spTree>
    <p:extLst>
      <p:ext uri="{BB962C8B-B14F-4D97-AF65-F5344CB8AC3E}">
        <p14:creationId xmlns:p14="http://schemas.microsoft.com/office/powerpoint/2010/main" val="2069448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A691A-A8B7-4766-B34E-AB6DC5781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599"/>
            <a:ext cx="9905998" cy="4732421"/>
          </a:xfrm>
        </p:spPr>
        <p:txBody>
          <a:bodyPr>
            <a:normAutofit/>
          </a:bodyPr>
          <a:lstStyle/>
          <a:p>
            <a:r>
              <a:rPr lang="es-MX" dirty="0"/>
              <a:t>¿Y por qué esta presentación se llama Pitch?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40FA73-DD73-4C34-9E1C-782BE2C81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 dirty="0"/>
              <a:t> Porque al igual que el lanzamiento de un beisbolista, la presentación del emprendedor debe ser rápida. En pocos minutos tenemos que convencer a nuestro oyente que el proyecto que estamos presentando tiene potencial y justifica ser considerado o analizado.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9573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8260C-1528-40B1-8642-0C64B82D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Qué debe Contener un Pitch?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3926E3-CC10-4072-938C-47F4A62DD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Idea (El Problema y la Solución)</a:t>
            </a:r>
          </a:p>
          <a:p>
            <a:r>
              <a:rPr lang="es-MX" dirty="0"/>
              <a:t>Producto (En qué etapa está y cómo</a:t>
            </a:r>
            <a:r>
              <a:rPr lang="es-MX" baseline="0" dirty="0"/>
              <a:t> se ve)</a:t>
            </a:r>
            <a:endParaRPr lang="es-MX" dirty="0"/>
          </a:p>
          <a:p>
            <a:r>
              <a:rPr lang="es-MX" dirty="0"/>
              <a:t>Mercado (A qué mercado estoy atacando, tamaño y mis ventajas)</a:t>
            </a:r>
          </a:p>
          <a:p>
            <a:r>
              <a:rPr lang="es-MX" dirty="0"/>
              <a:t>Negocio (Cómo voy a ganar</a:t>
            </a:r>
            <a:r>
              <a:rPr lang="es-MX" baseline="0" dirty="0"/>
              <a:t> dinero)</a:t>
            </a:r>
            <a:endParaRPr lang="es-MX" dirty="0"/>
          </a:p>
          <a:p>
            <a:r>
              <a:rPr lang="es-MX" dirty="0"/>
              <a:t>Equipo Quienes son, por qué son los </a:t>
            </a:r>
            <a:r>
              <a:rPr lang="es-MX" dirty="0" err="1"/>
              <a:t>adecuadosy</a:t>
            </a:r>
            <a:r>
              <a:rPr lang="es-MX" baseline="0" dirty="0"/>
              <a:t> y qué conocimientos tienen para desarrollar la startup con </a:t>
            </a:r>
            <a:r>
              <a:rPr lang="es-MX" baseline="0" dirty="0" err="1"/>
              <a:t>exito</a:t>
            </a:r>
            <a:endParaRPr lang="es-MX" dirty="0"/>
          </a:p>
          <a:p>
            <a:r>
              <a:rPr lang="es-MX" dirty="0"/>
              <a:t>Tracción</a:t>
            </a:r>
            <a:r>
              <a:rPr lang="es-MX" baseline="0" dirty="0"/>
              <a:t> (donde estoy parado y qué he logrado)</a:t>
            </a:r>
          </a:p>
          <a:p>
            <a:r>
              <a:rPr lang="es-MX" baseline="0" dirty="0"/>
              <a:t>Plan (Cuanto dinero necesito y cómo lo voy a usar)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052372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64</TotalTime>
  <Words>228</Words>
  <Application>Microsoft Office PowerPoint</Application>
  <PresentationFormat>Panorámica</PresentationFormat>
  <Paragraphs>13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Malla</vt:lpstr>
      <vt:lpstr>Que es un pitch</vt:lpstr>
      <vt:lpstr>¿Y por qué esta presentación se llama Pitch?</vt:lpstr>
      <vt:lpstr>Qué debe Contener un Pitch?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 es un pitch</dc:title>
  <dc:creator>Javier Andrés Salgado</dc:creator>
  <cp:lastModifiedBy>Javier Andrés Salgado</cp:lastModifiedBy>
  <cp:revision>2</cp:revision>
  <dcterms:created xsi:type="dcterms:W3CDTF">2021-07-15T01:14:02Z</dcterms:created>
  <dcterms:modified xsi:type="dcterms:W3CDTF">2021-07-15T02:18:35Z</dcterms:modified>
</cp:coreProperties>
</file>