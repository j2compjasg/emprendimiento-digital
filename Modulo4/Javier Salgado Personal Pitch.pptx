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2" autoAdjust="0"/>
    <p:restoredTop sz="86375" autoAdjust="0"/>
  </p:normalViewPr>
  <p:slideViewPr>
    <p:cSldViewPr snapToGrid="0">
      <p:cViewPr varScale="1">
        <p:scale>
          <a:sx n="80" d="100"/>
          <a:sy n="80" d="100"/>
        </p:scale>
        <p:origin x="114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A6481-8705-4941-B567-9971EA8D3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Javier Salgado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9F198D-7DD2-4DBB-9D17-F2766167B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Un quijote en un mundo que se niega a pensar</a:t>
            </a:r>
          </a:p>
        </p:txBody>
      </p:sp>
    </p:spTree>
    <p:extLst>
      <p:ext uri="{BB962C8B-B14F-4D97-AF65-F5344CB8AC3E}">
        <p14:creationId xmlns:p14="http://schemas.microsoft.com/office/powerpoint/2010/main" val="228381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967D6-BF58-41BE-BD82-6856CAC28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 apasiona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BA74B-8779-42D3-B5C9-CEB6DB8F3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mundo de las pequeñas empresas. </a:t>
            </a:r>
          </a:p>
          <a:p>
            <a:r>
              <a:rPr lang="es-MX" dirty="0"/>
              <a:t>Entiendo</a:t>
            </a:r>
            <a:r>
              <a:rPr lang="es-MX" baseline="0" dirty="0"/>
              <a:t> el emprendimiento como el motor más poderoso de movilidad y justicia sociales.</a:t>
            </a:r>
          </a:p>
          <a:p>
            <a:r>
              <a:rPr lang="es-MX" baseline="0" dirty="0"/>
              <a:t>Pongo todo mi esfuerzo en lograr que las pequeñas empresas vayan ganando mayor participación en el mercado respecto a las grandes y las transnacionales</a:t>
            </a:r>
            <a:endParaRPr lang="es-CL" baseline="0" dirty="0"/>
          </a:p>
        </p:txBody>
      </p:sp>
    </p:spTree>
    <p:extLst>
      <p:ext uri="{BB962C8B-B14F-4D97-AF65-F5344CB8AC3E}">
        <p14:creationId xmlns:p14="http://schemas.microsoft.com/office/powerpoint/2010/main" val="410846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D308C-D8B3-4B2C-886B-F1290804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Mis talentos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D26F3D-1114-4575-812A-CF9CE8A6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Liderazgo.  Siempre</a:t>
            </a:r>
            <a:r>
              <a:rPr lang="es-MX" baseline="0" dirty="0"/>
              <a:t> incluyo a todos y necesito de todos para el logro de los objetivos que nos tracemos.  Si no llegamos todos, no llega ninguno.</a:t>
            </a:r>
          </a:p>
          <a:p>
            <a:r>
              <a:rPr lang="es-MX" baseline="0" dirty="0"/>
              <a:t>Creatividad.  No le tengo miedo a ser loco en un mundo tan gris.  Siempre busco las soluciones cambiando las preguntas.</a:t>
            </a:r>
          </a:p>
          <a:p>
            <a:r>
              <a:rPr lang="es-MX" baseline="0" dirty="0"/>
              <a:t>Autoexigente.  Rara vez me conformo con lo que aprendo y lo que logro.</a:t>
            </a:r>
          </a:p>
        </p:txBody>
      </p:sp>
    </p:spTree>
    <p:extLst>
      <p:ext uri="{BB962C8B-B14F-4D97-AF65-F5344CB8AC3E}">
        <p14:creationId xmlns:p14="http://schemas.microsoft.com/office/powerpoint/2010/main" val="14290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B9FFC-3B55-4906-8027-9BF0C55A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Mis experiencias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7086AC-7214-48BC-B4E1-B4B37EB46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He participado de muchos proyectos de diferentes</a:t>
            </a:r>
            <a:r>
              <a:rPr lang="es-MX" baseline="0" dirty="0"/>
              <a:t> rubros, naturaleza y estilos de liderazgo</a:t>
            </a:r>
            <a:endParaRPr lang="es-CL" dirty="0"/>
          </a:p>
        </p:txBody>
      </p:sp>
      <p:pic>
        <p:nvPicPr>
          <p:cNvPr id="5" name="Imagen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7AC71D2-AE4B-4553-B8F1-83505355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753" y="3839870"/>
            <a:ext cx="1255885" cy="1219306"/>
          </a:xfrm>
          <a:prstGeom prst="rect">
            <a:avLst/>
          </a:prstGeom>
        </p:spPr>
      </p:pic>
      <p:pic>
        <p:nvPicPr>
          <p:cNvPr id="7" name="Imagen 6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F8F8D357-00DA-43D4-98B7-A03C10E10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979" y="3839870"/>
            <a:ext cx="1255885" cy="1219306"/>
          </a:xfrm>
          <a:prstGeom prst="rect">
            <a:avLst/>
          </a:prstGeom>
        </p:spPr>
      </p:pic>
      <p:pic>
        <p:nvPicPr>
          <p:cNvPr id="9" name="Imagen 8" descr="Imagen que contiene nombre de la empresa&#10;&#10;Descripción generada automáticamente">
            <a:extLst>
              <a:ext uri="{FF2B5EF4-FFF2-40B4-BE49-F238E27FC236}">
                <a16:creationId xmlns:a16="http://schemas.microsoft.com/office/drawing/2014/main" id="{72996B62-EC2D-4BB1-A56D-CB0201E11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592" y="3839870"/>
            <a:ext cx="1255885" cy="1219306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275AA714-679C-453A-AF25-8D1436309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366" y="3839870"/>
            <a:ext cx="1255885" cy="1219306"/>
          </a:xfrm>
          <a:prstGeom prst="rect">
            <a:avLst/>
          </a:prstGeom>
        </p:spPr>
      </p:pic>
      <p:pic>
        <p:nvPicPr>
          <p:cNvPr id="13" name="Imagen 1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030B4ED-E44A-4703-ACED-AC85E55D5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140" y="3839870"/>
            <a:ext cx="1255885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BB995-78A6-402B-A7B0-75BDF171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BF1BDF-5A6A-4DC5-A15A-F6EC526BB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6105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15</TotalTime>
  <Words>144</Words>
  <Application>Microsoft Office PowerPoint</Application>
  <PresentationFormat>Panorámica</PresentationFormat>
  <Paragraphs>12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Circuito</vt:lpstr>
      <vt:lpstr>Javier Salgado</vt:lpstr>
      <vt:lpstr>Me apasiona</vt:lpstr>
      <vt:lpstr>Mis talentos</vt:lpstr>
      <vt:lpstr>Mis experiencias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Javier Salgado</dc:title>
  <dc:creator>Javier Andrés Salgado</dc:creator>
  <cp:lastModifiedBy>Javier Andrés Salgado</cp:lastModifiedBy>
  <cp:revision>2</cp:revision>
  <dcterms:created xsi:type="dcterms:W3CDTF">2021-07-15T02:02:40Z</dcterms:created>
  <dcterms:modified xsi:type="dcterms:W3CDTF">2021-07-15T02:18:06Z</dcterms:modified>
</cp:coreProperties>
</file>